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 min. Setup off-screen:
  cd ~/workspace/experiments/rule-smith &amp;&amp; source .venv/bin/activate
  BC=~/Desktop/clones/backend-connectors
  FIVE=builder-terminal-before-setters,pure-method-no-side-effects,guarded-by-lock-held,blocking-call-while-holding-lock,lambda-captures-mutable-state
Record a fallback video of the `add` beat (calls claude -p).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0, 45s. Set up that the interesting rules are the ones standard tools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1, 110s. The money slide. Typestate, lock-dominance, deadlock, purity, closure capture -- all in one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1 continued. This is the slide that answers "isn't this just SonarQube?". No -- these are the ones it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2, 75s. The star finding. Real backend-connectors code. Read the textBB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Preempts "isn't this just AI linting?". The runtime is deterministic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3, 90s. Trust = the fixture gate. Fallback: play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4, 75s. AI-in-the-loop without losing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5, 45s. The tool never AI-rewrites code; it won't touch what it can't prove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6, 90s. Five real findings, one per slide. The atomic race already shown is the headliner.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file 1/5. The headliner.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file 2/5. Design smell, real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file 3/5. CFG post-dominance over exception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file 4/5.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file 5/5. Ties back to Beat 5 autofix.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30s. The differentiator: the rules that matter are the ones standard tools
miss, and an English description compiles to one. Cheat sheet:
- Beat 1: examples/java/PaymentGateway.java (5) vs java-fixed (0)
- Star real catch: DefaultStrategy.java:69 atomic-get-set-race
- Others: FtpClientImpl tell-dont-ask/cqs, FtpConnectorService throw-catch, OneDrive leak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RuleSmith</dc:title>
  <dc:subject>PptxGenJS Presentation</dc:subject>
  <dc:creator>Created by Marp</dc:creator>
  <cp:lastModifiedBy>Created by Marp</cp:lastModifiedBy>
  <cp:revision>1</cp:revision>
  <dcterms:created xsi:type="dcterms:W3CDTF">2026-06-30T15:17:26Z</dcterms:created>
  <dcterms:modified xsi:type="dcterms:W3CDTF">2026-06-30T15:17:26Z</dcterms:modified>
</cp:coreProperties>
</file>