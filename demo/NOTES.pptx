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~7 min demo. Setup off-screen:
  cd ~/workspace/experiments/rule-smith &amp;&amp; source .venv/bin/activate
  BC=~/Desktop/clones/backend-connectors
  TEN=resource-leak,optional-get-without-ispresent,null-deref-needs-dominating-guard,unchecked-downcast,field-read-before-assign,non-atomic-shared-update,guarded-by-lock-held,no-string-concat-in-loop,no-superfluous-else,constructor-definite-assignment
Record a fallback video of the `add` beat (calls claude -p, network-dependent).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0, 45s, no terminal. This is the whole thesis. Land it slowly. The audience
has all written a CLAUDE.md rulebook; name that reflex, then show why it leaks.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1, 110s, the money slide. Read two methods aloud first: the leak with the
early return, the Optional.get() after a branch. "Would you catch these in review?
Would a prose rule?" Then run both commands. Punchline: a CLAUDE.md rule sees
near-identical code in both files and can't tell them apart.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1 continued. Optional slide — skip if short on time. The point: these aren't
style nits, they're correctness bugs that are invisible to text matching.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2, 75s. Point at the finding. This is real production code in backend-
connectors. Stress: every finding cites WHY, and the why is a CFG fact, not a
language-model opinion.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3, 90s. This is why you can TRUST an AI-authored rule: it must pass pos/neg
fixtures before install. Fallback: play the recording if the network stalls.
113 rules already shipped this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preempts the obvious objection: "isn't this just AI linting?" No —
the runtime is deterministic code. AI is the author and the occasional judge,
never the everyday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4, 75s. Name-based heuristic flags OffsetStorageReader; the judge knows it's
framework-managed and filters it. Cached by (rule, snippet) so the same code
always gets the same verdict — AI-in-the-loop without losing reproducibility.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5, 45s. Same file as Beat 2. The split (2 auto, 1 suggest) shows the tool is
conservative about rewriting code — it won't corrupt anything it isn't sure 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6, 90s. Whole-repo proof: 1242 files, 0 parse errors. These five are
representative. Next five slides: one per file. Use --rules &lt;id&gt; to isolate one
check per slide if you want to drill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6, slide 1 of 5. Error-handling debt you can describe but not enforce in prose.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6, slide 2 of 5. The leak is proven by graph reachability, not a name heuristic.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6, slide 3 of 5. The flagship flow-sensitivity argument, now on real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6, slide 4 of 5. Same dominance primitive, different bug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6, slide 5 of 5. Scale: a rulebook says "don't swallow exceptions"; RuleSmith hands you the 15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Close, 30s. The catalog is mined from real authority (not invented). The runtime
is deterministic. The authoring is AI. One CLI, no key for everyday use.
Cheat sheet to point at:
- 10 flow-sensitive rules: examples/java/PaymentGateway.java (12) vs java-fixed (0)
- Real leak: OneDriveConnectorService.java:516 fileInput (FileInputStream)
- Filtered FP: IcebergSourceTask.java reader (OffsetStorageReader)
- Real files: rulesmith lint examples/real-world (5 files, 13-15 rules each)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RuleSmith</dc:title>
  <dc:subject>PptxGenJS Presentation</dc:subject>
  <dc:creator>Created by Marp</dc:creator>
  <cp:lastModifiedBy>Created by Marp</cp:lastModifiedBy>
  <cp:revision>1</cp:revision>
  <dcterms:created xsi:type="dcterms:W3CDTF">2026-06-30T15:00:09Z</dcterms:created>
  <dcterms:modified xsi:type="dcterms:W3CDTF">2026-06-30T15:00:09Z</dcterms:modified>
</cp:coreProperties>
</file>